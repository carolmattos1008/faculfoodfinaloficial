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(7 s) Todo dia, no intervalo, o aluno da PUC perde tempo na fila do balcão — e nem sabe o que cada restaurante do campus 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(13 s) O FaculFood é diferente porque é só do campus: todos os restaurantes da PUC num app. A retirada respeita o ritmo do balcão, a IA indica pelo seu gosto e a PUC ganha um painel de engajamento dos concessionários.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(6 s) E não é só ideia: o protótipo já tem Pix, status por cores, alarme de pronto e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s) FaculFood: peça, pague e retire. Sem fila. Queremos começar o piloto com três restaurantes do campus.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10/faculfood/assets/faculfoo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640080" cy="6492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0" y="548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0–7 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B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Almoço na PUC: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603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no balcão e cardápio espalhado.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intervalo é curto. Ninguém sabe o que tem no campus, quanto custa, nem quando fica pronto.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9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SOMOS DIFERENTES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Feito para o campus, não para a cidade</a:t>
            </a:r>
            <a:endParaRPr lang="en-US" sz="3600" dirty="0"/>
          </a:p>
        </p:txBody>
      </p:sp>
      <p:pic>
        <p:nvPicPr>
          <p:cNvPr id="4" name="Image 0" descr="/home/claude/v10/faculfood/assets/faculfoo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274320"/>
            <a:ext cx="548640" cy="5577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DE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82880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o campus, num app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606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restaurantes da PUC lado a lado: comparar e pedir em um lugar.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26480" y="178308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0664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Retirada no ritmo do balcão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2606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horário oferecido respeita o que a cozinha consegue entregar.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DE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828800" y="4297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Indicação pelo seu gosto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4800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aprende o que você escolhe e sugere dentro do seu orçamento.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26480" y="397764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DED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06640" y="4297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para a PUC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gestor: engajamento, base de clientes e restaurantes.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286000"/>
            <a:ext cx="365760" cy="36576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446520" y="210312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286000"/>
            <a:ext cx="365760" cy="36576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68680" y="4297680"/>
            <a:ext cx="731520" cy="7315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480560"/>
            <a:ext cx="365760" cy="36576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446520" y="4297680"/>
            <a:ext cx="731520" cy="7315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48056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7–20 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9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FUNCIONA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Peça, pague com Pix e veja a cor mudar</a:t>
            </a:r>
            <a:endParaRPr lang="en-US" sz="3600" dirty="0"/>
          </a:p>
        </p:txBody>
      </p:sp>
      <p:pic>
        <p:nvPicPr>
          <p:cNvPr id="4" name="Image 0" descr="/home/claude/v10/faculfood/assets/faculfoo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274320"/>
            <a:ext cx="548640" cy="5577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3774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com QR válido e Mercado Pago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por cores: fila, preparo, pronto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no celular quando fica pronto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pelo WhatsApp e chat com a loja</a:t>
            </a:r>
            <a:endParaRPr lang="en-US" sz="2000" dirty="0"/>
          </a:p>
        </p:txBody>
      </p:sp>
      <p:pic>
        <p:nvPicPr>
          <p:cNvPr id="6" name="Image 1" descr="/home/claude/scratch/deckshots/mock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88720"/>
            <a:ext cx="2501326" cy="4846320"/>
          </a:xfrm>
          <a:prstGeom prst="rect">
            <a:avLst/>
          </a:prstGeom>
        </p:spPr>
      </p:pic>
      <p:pic>
        <p:nvPicPr>
          <p:cNvPr id="7" name="Image 2" descr="/home/claude/scratch/deckshots/mock/acompanh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188720"/>
            <a:ext cx="2501326" cy="4846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20–26 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731520"/>
            <a:ext cx="1828800" cy="1828800"/>
          </a:xfrm>
          <a:prstGeom prst="roundRect">
            <a:avLst>
              <a:gd name="adj" fmla="val 12500"/>
            </a:avLst>
          </a:prstGeom>
          <a:solidFill>
            <a:srgbClr val="FBF6F2"/>
          </a:solidFill>
          <a:ln w="12700">
            <a:solidFill>
              <a:srgbClr val="FBF6F2"/>
            </a:solidFill>
            <a:prstDash val="solid"/>
          </a:ln>
        </p:spPr>
      </p:sp>
      <p:pic>
        <p:nvPicPr>
          <p:cNvPr id="3" name="Image 0" descr="/home/claude/v10/faculfood/assets/faculfoo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88" y="804672"/>
            <a:ext cx="1645920" cy="16733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9260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Peça, pague e retire. Sem fila.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0233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passo: piloto com 3 restaurantes do campus.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FaculFood · LIA Impact Lab · Caso 4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FaculFood — Pitch 30s</dc:title>
  <dc:subject>PptxGenJS Presentation</dc:subject>
  <dc:creator>PptxGenJS</dc:creator>
  <cp:lastModifiedBy>PptxGenJS</cp:lastModifiedBy>
  <cp:revision>1</cp:revision>
  <dcterms:created xsi:type="dcterms:W3CDTF">2026-10-01T01:02:07Z</dcterms:created>
  <dcterms:modified xsi:type="dcterms:W3CDTF">2026-10-01T01:02:07Z</dcterms:modified>
</cp:coreProperties>
</file>